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6"/>
    <p:restoredTop sz="94681"/>
  </p:normalViewPr>
  <p:slideViewPr>
    <p:cSldViewPr snapToGrid="0">
      <p:cViewPr varScale="1">
        <p:scale>
          <a:sx n="107" d="100"/>
          <a:sy n="107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8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3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3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4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1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0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4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6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46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5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178FC9F-896B-9442-8D41-B37B5AFF66D2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D6DAF86-ED71-FA45-BD16-010F7A5D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elenium.dev/selenium/docs/api/java/org/openqa/selenium/WebDriver.Navigation.html#to(java.lang.String)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9C3A-4559-E760-0842-69696CF2C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Selenium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A80D7-D63E-8732-D338-8D046D7CF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8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BF8E-6E30-1E92-FC3A-D8279E56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3616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9DDF-6E7B-E4ED-A5A0-1BCFFD8785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20800"/>
            <a:ext cx="10363826" cy="4470399"/>
          </a:xfrm>
          <a:ln>
            <a:solidFill>
              <a:srgbClr val="00B0F0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Automation: </a:t>
            </a:r>
            <a:r>
              <a:rPr lang="en-US" dirty="0"/>
              <a:t>Process of converting TC’s to Test scripts using Tool</a:t>
            </a:r>
          </a:p>
          <a:p>
            <a:pPr marL="0" indent="0">
              <a:buNone/>
            </a:pPr>
            <a:r>
              <a:rPr lang="en-US" b="1" dirty="0"/>
              <a:t>Selenium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https://www.selenium.dev/</a:t>
            </a:r>
            <a:r>
              <a:rPr lang="en-US" dirty="0"/>
              <a:t> </a:t>
            </a:r>
          </a:p>
          <a:p>
            <a:r>
              <a:rPr lang="en-US" dirty="0"/>
              <a:t> Applicable only to Web Applications</a:t>
            </a:r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pPr marL="457200" indent="-457200">
              <a:buAutoNum type="arabicPeriod"/>
            </a:pPr>
            <a:r>
              <a:rPr lang="en-US" dirty="0"/>
              <a:t>Free to use, No license required</a:t>
            </a:r>
          </a:p>
          <a:p>
            <a:pPr marL="457200" indent="-457200">
              <a:buAutoNum type="arabicPeriod"/>
            </a:pPr>
            <a:r>
              <a:rPr lang="en-US" dirty="0"/>
              <a:t>Open Source</a:t>
            </a:r>
          </a:p>
          <a:p>
            <a:pPr marL="457200" indent="-457200">
              <a:buAutoNum type="arabicPeriod"/>
            </a:pPr>
            <a:r>
              <a:rPr lang="en-US" dirty="0"/>
              <a:t>Cross Browser Testing (</a:t>
            </a:r>
            <a:r>
              <a:rPr lang="en-US" dirty="0" err="1"/>
              <a:t>chrome,firefox,edge,safari</a:t>
            </a:r>
            <a:r>
              <a:rPr lang="en-US" dirty="0"/>
              <a:t>)</a:t>
            </a:r>
          </a:p>
          <a:p>
            <a:pPr marL="457200" indent="-457200">
              <a:buAutoNum type="arabicPeriod"/>
            </a:pPr>
            <a:r>
              <a:rPr lang="en-US" dirty="0"/>
              <a:t>Cross platform/OS  Testing(IOS, Windows)</a:t>
            </a:r>
          </a:p>
          <a:p>
            <a:pPr marL="457200" indent="-457200">
              <a:buAutoNum type="arabicPeriod"/>
            </a:pPr>
            <a:r>
              <a:rPr lang="en-US" dirty="0"/>
              <a:t>TDD: Integrate Selenium with multiple frameworks (TestNG/</a:t>
            </a:r>
            <a:r>
              <a:rPr lang="en-US" dirty="0" err="1"/>
              <a:t>pytest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57200" indent="-457200">
              <a:buAutoNum type="arabicPeriod"/>
            </a:pPr>
            <a:r>
              <a:rPr lang="en-US" dirty="0"/>
              <a:t>BDD: Integrate Selenium with multiple framework (cucumber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57200" indent="-457200">
              <a:buAutoNum type="arabicPeriod"/>
            </a:pPr>
            <a:r>
              <a:rPr lang="en-US" dirty="0"/>
              <a:t>Can integrate CI/CD tools with selenium (Jenkins)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7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B849E-5F5C-1421-B8B8-4E4386FCF8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578932"/>
            <a:ext cx="10363826" cy="54764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Disadvantages:</a:t>
            </a:r>
          </a:p>
          <a:p>
            <a:r>
              <a:rPr lang="en-US" dirty="0"/>
              <a:t>Cannot test API/Mobile Testing</a:t>
            </a:r>
          </a:p>
          <a:p>
            <a:r>
              <a:rPr lang="en-US" dirty="0"/>
              <a:t>No performance Testing possible</a:t>
            </a:r>
          </a:p>
          <a:p>
            <a:r>
              <a:rPr lang="en-US" dirty="0"/>
              <a:t>No Security</a:t>
            </a:r>
          </a:p>
          <a:p>
            <a:r>
              <a:rPr lang="en-US" dirty="0"/>
              <a:t>No HW testing</a:t>
            </a:r>
          </a:p>
          <a:p>
            <a:r>
              <a:rPr lang="en-US" dirty="0"/>
              <a:t>Can’t automate QR codes/Captcha( Request develop team to provide single captcha),chat bots, verification, OTP (Request develop team to provide single OTP)</a:t>
            </a:r>
          </a:p>
          <a:p>
            <a:r>
              <a:rPr lang="en-US" dirty="0"/>
              <a:t>No Desktop Applications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Selenium is an API(.jar)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13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C5FE-09AA-DC29-7D4C-A4C3341B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6808"/>
          </a:xfrm>
        </p:spPr>
        <p:txBody>
          <a:bodyPr/>
          <a:lstStyle/>
          <a:p>
            <a:r>
              <a:rPr lang="en-US" dirty="0"/>
              <a:t>Selenium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F8C13-08DE-1031-C253-22202AFF38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24000"/>
            <a:ext cx="10363826" cy="42671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Testing used Version: 4.x(4.20 and above)</a:t>
            </a:r>
          </a:p>
          <a:p>
            <a:pPr marL="0" indent="0">
              <a:buNone/>
            </a:pPr>
            <a:r>
              <a:rPr lang="en-US" dirty="0"/>
              <a:t>Current released: 4.39(6</a:t>
            </a:r>
            <a:r>
              <a:rPr lang="en-US" baseline="30000" dirty="0"/>
              <a:t>th</a:t>
            </a:r>
            <a:r>
              <a:rPr lang="en-US" dirty="0"/>
              <a:t> Dec 2025)</a:t>
            </a:r>
          </a:p>
          <a:p>
            <a:pPr marL="0" indent="0">
              <a:buNone/>
            </a:pPr>
            <a:r>
              <a:rPr lang="en-US" dirty="0"/>
              <a:t>3.141.59(old well used version, currently not using for current projects)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org.openqa.selenium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RemoteWebDriver</a:t>
            </a:r>
            <a:r>
              <a:rPr lang="en-US" dirty="0"/>
              <a:t> class is back bone of selenium</a:t>
            </a:r>
          </a:p>
        </p:txBody>
      </p:sp>
    </p:spTree>
    <p:extLst>
      <p:ext uri="{BB962C8B-B14F-4D97-AF65-F5344CB8AC3E}">
        <p14:creationId xmlns:p14="http://schemas.microsoft.com/office/powerpoint/2010/main" val="2915856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12B7-6796-5B7A-4CD3-AD187422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D136E9-7DA0-7779-6989-552E4CB1BB7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65005" y="2366963"/>
            <a:ext cx="7861990" cy="3424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DAB16-E1E7-FEC9-87EF-F6D4FD921B72}"/>
              </a:ext>
            </a:extLst>
          </p:cNvPr>
          <p:cNvSpPr txBox="1"/>
          <p:nvPr/>
        </p:nvSpPr>
        <p:spPr>
          <a:xfrm>
            <a:off x="1959429" y="6008914"/>
            <a:ext cx="4346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=&gt; interface</a:t>
            </a:r>
          </a:p>
          <a:p>
            <a:r>
              <a:rPr lang="en-US" dirty="0"/>
              <a:t>C =&gt; Class</a:t>
            </a:r>
          </a:p>
        </p:txBody>
      </p:sp>
    </p:spTree>
    <p:extLst>
      <p:ext uri="{BB962C8B-B14F-4D97-AF65-F5344CB8AC3E}">
        <p14:creationId xmlns:p14="http://schemas.microsoft.com/office/powerpoint/2010/main" val="365562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068B-3E0A-1DB5-CA48-CC8E78B7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CB3B1-FE01-1F19-8973-C127348E1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SearchContext</a:t>
            </a:r>
            <a:r>
              <a:rPr lang="en-US" dirty="0"/>
              <a:t>(I)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findElement</a:t>
            </a:r>
            <a:r>
              <a:rPr lang="en-US" dirty="0"/>
              <a:t>(By) =&gt; </a:t>
            </a:r>
            <a:r>
              <a:rPr lang="en-US" dirty="0" err="1"/>
              <a:t>org.openqa.selenium.SearchContext.findElement</a:t>
            </a:r>
            <a:r>
              <a:rPr lang="en-US" dirty="0"/>
              <a:t>(By)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findElements</a:t>
            </a:r>
            <a:r>
              <a:rPr lang="en-US" dirty="0"/>
              <a:t>(By) =&gt; </a:t>
            </a:r>
            <a:r>
              <a:rPr lang="en-US" dirty="0" err="1"/>
              <a:t>org.openqa.selenium.SearchContext.findElements</a:t>
            </a:r>
            <a:r>
              <a:rPr lang="en-US" dirty="0"/>
              <a:t>(By)</a:t>
            </a:r>
          </a:p>
          <a:p>
            <a:r>
              <a:rPr lang="en-US" dirty="0"/>
              <a:t>WebDriver(I) =&gt;</a:t>
            </a:r>
            <a:r>
              <a:rPr lang="en-US" dirty="0" err="1"/>
              <a:t>org.openqa.selenium.WebDriver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Navigation (I) =&gt; </a:t>
            </a:r>
            <a:r>
              <a:rPr lang="en-US" dirty="0" err="1"/>
              <a:t>org.openqa.selenium.WebDriver.Navigation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Options (I) =&gt; </a:t>
            </a:r>
            <a:r>
              <a:rPr lang="en-US" dirty="0" err="1"/>
              <a:t>org.openqa.selenium.WebDriver.Options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TargetLocator</a:t>
            </a:r>
            <a:r>
              <a:rPr lang="en-US" dirty="0"/>
              <a:t> (I) =&gt; </a:t>
            </a:r>
            <a:r>
              <a:rPr lang="en-US" dirty="0" err="1"/>
              <a:t>org.openqa.selenium.WebDriver.TargetLocator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Timeouts (I) =&gt; </a:t>
            </a:r>
            <a:r>
              <a:rPr lang="en-US" dirty="0" err="1"/>
              <a:t>org.openqa.selenium.WebDriver.Timeouts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Window (I) =&gt; </a:t>
            </a:r>
            <a:r>
              <a:rPr lang="en-US" dirty="0" err="1"/>
              <a:t>org.openqa.selenium.WebDriver.Window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6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35C6-4484-7DC3-A2B4-0227332C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0977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Webdriver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32A7-4782-DEBC-ADB9-240A018D8E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13164"/>
            <a:ext cx="10363826" cy="4378036"/>
          </a:xfrm>
        </p:spPr>
        <p:txBody>
          <a:bodyPr>
            <a:normAutofit fontScale="40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WebDriver(I)</a:t>
            </a:r>
          </a:p>
          <a:p>
            <a:r>
              <a:rPr lang="en-US" dirty="0">
                <a:solidFill>
                  <a:srgbClr val="0070C0"/>
                </a:solidFill>
              </a:rPr>
              <a:t>	  Navigation(I)</a:t>
            </a:r>
          </a:p>
          <a:p>
            <a:r>
              <a:rPr lang="en-US" dirty="0">
                <a:solidFill>
                  <a:srgbClr val="0070C0"/>
                </a:solidFill>
              </a:rPr>
              <a:t>	  Options(I)</a:t>
            </a:r>
          </a:p>
          <a:p>
            <a:r>
              <a:rPr lang="en-US" dirty="0">
                <a:solidFill>
                  <a:srgbClr val="0070C0"/>
                </a:solidFill>
              </a:rPr>
              <a:t>	  </a:t>
            </a:r>
            <a:r>
              <a:rPr lang="en-US" dirty="0" err="1">
                <a:solidFill>
                  <a:srgbClr val="0070C0"/>
                </a:solidFill>
              </a:rPr>
              <a:t>TargetLocator</a:t>
            </a:r>
            <a:r>
              <a:rPr lang="en-US" dirty="0">
                <a:solidFill>
                  <a:srgbClr val="0070C0"/>
                </a:solidFill>
              </a:rPr>
              <a:t>(I)</a:t>
            </a:r>
          </a:p>
          <a:p>
            <a:r>
              <a:rPr lang="en-US" dirty="0">
                <a:solidFill>
                  <a:srgbClr val="0070C0"/>
                </a:solidFill>
              </a:rPr>
              <a:t>	  Timeouts(I)</a:t>
            </a:r>
          </a:p>
          <a:p>
            <a:r>
              <a:rPr lang="en-US" dirty="0">
                <a:solidFill>
                  <a:srgbClr val="0070C0"/>
                </a:solidFill>
              </a:rPr>
              <a:t>	  Window(I)</a:t>
            </a:r>
          </a:p>
          <a:p>
            <a:r>
              <a:rPr lang="en-US" dirty="0">
                <a:solidFill>
                  <a:srgbClr val="0070C0"/>
                </a:solidFill>
              </a:rPr>
              <a:t>get(String): </a:t>
            </a:r>
            <a:r>
              <a:rPr lang="en-US" dirty="0"/>
              <a:t>void</a:t>
            </a:r>
          </a:p>
          <a:p>
            <a:pPr marL="0" indent="0">
              <a:buNone/>
            </a:pPr>
            <a:r>
              <a:rPr lang="en-US" dirty="0"/>
              <a:t>This will open the URL </a:t>
            </a:r>
          </a:p>
          <a:p>
            <a:r>
              <a:rPr lang="en-US" dirty="0">
                <a:solidFill>
                  <a:srgbClr val="0070C0"/>
                </a:solidFill>
              </a:rPr>
              <a:t>close():void</a:t>
            </a:r>
          </a:p>
          <a:p>
            <a:pPr marL="0" indent="0">
              <a:buNone/>
            </a:pPr>
            <a:r>
              <a:rPr lang="en-US" dirty="0"/>
              <a:t>This will close the window or tab of browser</a:t>
            </a:r>
          </a:p>
          <a:p>
            <a:r>
              <a:rPr lang="en-US" dirty="0">
                <a:solidFill>
                  <a:srgbClr val="0070C0"/>
                </a:solidFill>
              </a:rPr>
              <a:t>quit():void</a:t>
            </a:r>
          </a:p>
          <a:p>
            <a:pPr marL="0" indent="0">
              <a:buNone/>
            </a:pPr>
            <a:r>
              <a:rPr lang="en-US" dirty="0"/>
              <a:t>This will close the window /windows/ tabs are opened during the session</a:t>
            </a:r>
          </a:p>
          <a:p>
            <a:r>
              <a:rPr lang="en-US" dirty="0" err="1">
                <a:solidFill>
                  <a:srgbClr val="0070C0"/>
                </a:solidFill>
              </a:rPr>
              <a:t>getCurrentUrl</a:t>
            </a:r>
            <a:r>
              <a:rPr lang="en-US" dirty="0">
                <a:solidFill>
                  <a:srgbClr val="0070C0"/>
                </a:solidFill>
              </a:rPr>
              <a:t>():  String</a:t>
            </a:r>
          </a:p>
          <a:p>
            <a:r>
              <a:rPr lang="en-US" dirty="0" err="1">
                <a:solidFill>
                  <a:srgbClr val="0070C0"/>
                </a:solidFill>
              </a:rPr>
              <a:t>getTitle</a:t>
            </a:r>
            <a:r>
              <a:rPr lang="en-US" dirty="0">
                <a:solidFill>
                  <a:srgbClr val="0070C0"/>
                </a:solidFill>
              </a:rPr>
              <a:t>(): String</a:t>
            </a:r>
          </a:p>
          <a:p>
            <a:r>
              <a:rPr lang="en-US" dirty="0" err="1">
                <a:solidFill>
                  <a:srgbClr val="0070C0"/>
                </a:solidFill>
              </a:rPr>
              <a:t>getPageSource</a:t>
            </a:r>
            <a:r>
              <a:rPr lang="en-US" dirty="0">
                <a:solidFill>
                  <a:srgbClr val="0070C0"/>
                </a:solidFill>
              </a:rPr>
              <a:t>(): String</a:t>
            </a:r>
          </a:p>
          <a:p>
            <a:r>
              <a:rPr lang="en-US" dirty="0" err="1">
                <a:solidFill>
                  <a:srgbClr val="0070C0"/>
                </a:solidFill>
              </a:rPr>
              <a:t>getWindowHandle</a:t>
            </a:r>
            <a:r>
              <a:rPr lang="en-US" dirty="0">
                <a:solidFill>
                  <a:srgbClr val="0070C0"/>
                </a:solidFill>
              </a:rPr>
              <a:t>(): String</a:t>
            </a:r>
          </a:p>
          <a:p>
            <a:r>
              <a:rPr lang="en-US" dirty="0" err="1">
                <a:solidFill>
                  <a:srgbClr val="0070C0"/>
                </a:solidFill>
              </a:rPr>
              <a:t>getWindowHandles</a:t>
            </a:r>
            <a:r>
              <a:rPr lang="en-US" dirty="0">
                <a:solidFill>
                  <a:srgbClr val="0070C0"/>
                </a:solidFill>
              </a:rPr>
              <a:t>():set &lt;String&gt;</a:t>
            </a:r>
          </a:p>
          <a:p>
            <a:r>
              <a:rPr lang="en-US" dirty="0">
                <a:solidFill>
                  <a:srgbClr val="0070C0"/>
                </a:solidFill>
              </a:rPr>
              <a:t>https://</a:t>
            </a:r>
            <a:r>
              <a:rPr lang="en-US" dirty="0" err="1">
                <a:solidFill>
                  <a:srgbClr val="0070C0"/>
                </a:solidFill>
              </a:rPr>
              <a:t>www.selenium.dev</a:t>
            </a:r>
            <a:r>
              <a:rPr lang="en-US" dirty="0">
                <a:solidFill>
                  <a:srgbClr val="0070C0"/>
                </a:solidFill>
              </a:rPr>
              <a:t>/selenium/docs/</a:t>
            </a:r>
            <a:r>
              <a:rPr lang="en-US" dirty="0" err="1">
                <a:solidFill>
                  <a:srgbClr val="0070C0"/>
                </a:solidFill>
              </a:rPr>
              <a:t>api</a:t>
            </a:r>
            <a:r>
              <a:rPr lang="en-US" dirty="0">
                <a:solidFill>
                  <a:srgbClr val="0070C0"/>
                </a:solidFill>
              </a:rPr>
              <a:t>/java/org/</a:t>
            </a:r>
            <a:r>
              <a:rPr lang="en-US" dirty="0" err="1">
                <a:solidFill>
                  <a:srgbClr val="0070C0"/>
                </a:solidFill>
              </a:rPr>
              <a:t>openqa</a:t>
            </a:r>
            <a:r>
              <a:rPr lang="en-US" dirty="0">
                <a:solidFill>
                  <a:srgbClr val="0070C0"/>
                </a:solidFill>
              </a:rPr>
              <a:t>/selenium/</a:t>
            </a:r>
            <a:r>
              <a:rPr lang="en-US" dirty="0" err="1">
                <a:solidFill>
                  <a:srgbClr val="0070C0"/>
                </a:solidFill>
              </a:rPr>
              <a:t>WebDriver.html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64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48F8-689E-E64E-6D19-2DD04D2E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1.Get(String)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E988-2054-0846-D76F-15B3799444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get(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r>
              <a:rPr lang="en-US" dirty="0"/>
              <a:t>Return Type : void</a:t>
            </a:r>
          </a:p>
          <a:p>
            <a:r>
              <a:rPr lang="en-US" dirty="0"/>
              <a:t>Similar to </a:t>
            </a:r>
            <a:r>
              <a:rPr lang="en-IN" dirty="0">
                <a:hlinkClick r:id="rId2"/>
              </a:rPr>
              <a:t>WebDriver.Navigation.to(String)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3820D-16B7-1B13-D1A2-512C68AE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91" y="3932629"/>
            <a:ext cx="5232400" cy="11303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ADD172-434A-DFCA-4A6F-898E7127BC0C}"/>
              </a:ext>
            </a:extLst>
          </p:cNvPr>
          <p:cNvSpPr/>
          <p:nvPr/>
        </p:nvSpPr>
        <p:spPr>
          <a:xfrm>
            <a:off x="1425039" y="4322618"/>
            <a:ext cx="5106390" cy="2968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40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E46B-A7CA-DD65-AA8E-85B97248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23F9-65EB-B13F-0091-3E1EC34472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echo "# </a:t>
            </a:r>
            <a:r>
              <a:rPr lang="en-US" dirty="0" err="1"/>
              <a:t>SeleniumCourse</a:t>
            </a:r>
            <a:r>
              <a:rPr lang="en-US" dirty="0"/>
              <a:t>" &gt;&gt; </a:t>
            </a:r>
            <a:r>
              <a:rPr lang="en-US" dirty="0" err="1"/>
              <a:t>README.md</a:t>
            </a:r>
            <a:endParaRPr lang="en-US" dirty="0"/>
          </a:p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git add </a:t>
            </a:r>
            <a:r>
              <a:rPr lang="en-US" dirty="0" err="1"/>
              <a:t>README.md</a:t>
            </a:r>
            <a:endParaRPr lang="en-US" dirty="0"/>
          </a:p>
          <a:p>
            <a:r>
              <a:rPr lang="en-US" dirty="0"/>
              <a:t>git commit -m "first commit"</a:t>
            </a:r>
          </a:p>
          <a:p>
            <a:r>
              <a:rPr lang="en-US" dirty="0"/>
              <a:t>git branch -M main</a:t>
            </a:r>
          </a:p>
          <a:p>
            <a:r>
              <a:rPr lang="en-US" dirty="0"/>
              <a:t>git remote add origin </a:t>
            </a:r>
            <a:r>
              <a:rPr lang="en-US" dirty="0" err="1"/>
              <a:t>git@github.com:rsai-praveen</a:t>
            </a:r>
            <a:r>
              <a:rPr lang="en-US" dirty="0"/>
              <a:t>/</a:t>
            </a:r>
            <a:r>
              <a:rPr lang="en-US" dirty="0" err="1"/>
              <a:t>SeleniumCourse.git</a:t>
            </a:r>
            <a:endParaRPr lang="en-US" dirty="0"/>
          </a:p>
          <a:p>
            <a:r>
              <a:rPr lang="en-US" dirty="0"/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2569567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93AB-2A97-4B26-105D-07DE793E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lang="en-IN" dirty="0"/>
              <a:t> </a:t>
            </a:r>
            <a:r>
              <a:rPr lang="en-IN" dirty="0" err="1"/>
              <a:t>getTitle</a:t>
            </a:r>
            <a:r>
              <a:rPr lang="en-IN" dirty="0"/>
              <a:t>();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84B4-259A-80E1-3FFA-E065A21ED6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getTitle</a:t>
            </a:r>
            <a:r>
              <a:rPr lang="en-US" dirty="0"/>
              <a:t>();</a:t>
            </a:r>
          </a:p>
          <a:p>
            <a:r>
              <a:rPr lang="en-US" dirty="0"/>
              <a:t>Return Type : String</a:t>
            </a:r>
          </a:p>
          <a:p>
            <a:r>
              <a:rPr lang="en-US" dirty="0"/>
              <a:t>It gives the Title of the current loaded website where the selenium driver focus exist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A4902-1284-1C82-A2C7-5D2A5356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01" y="3876369"/>
            <a:ext cx="7772400" cy="11240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186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02F7-3774-7B55-30EB-1E7FFD67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3.getcurrenturl()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DEDC8-1FC8-F912-C393-4A84F11F0C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err="1"/>
              <a:t>getCurrentUrl</a:t>
            </a:r>
            <a:r>
              <a:rPr lang="en-US" dirty="0"/>
              <a:t>();</a:t>
            </a:r>
          </a:p>
          <a:p>
            <a:r>
              <a:rPr lang="en-US" dirty="0"/>
              <a:t>Return Type : String</a:t>
            </a:r>
          </a:p>
          <a:p>
            <a:r>
              <a:rPr lang="en-US" dirty="0"/>
              <a:t>It gives the URL of the current loaded website where the selenium driver focus exist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B0852-E82F-4EE5-F904-B289DBCAF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012" y="4079145"/>
            <a:ext cx="5156200" cy="1155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050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E75F-536E-4D45-03A6-A8E5BA6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4.GetPagesource()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CC44-B552-35B2-1A48-991AF732A7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 err="1"/>
              <a:t>getPageSource</a:t>
            </a:r>
            <a:r>
              <a:rPr lang="en-US" dirty="0"/>
              <a:t>();</a:t>
            </a:r>
          </a:p>
          <a:p>
            <a:r>
              <a:rPr lang="en-US" dirty="0"/>
              <a:t>Return Type: String</a:t>
            </a:r>
          </a:p>
          <a:p>
            <a:r>
              <a:rPr lang="en-US" dirty="0"/>
              <a:t>It give the current HTML page  as String data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5B058-A128-FFA3-8E90-BB85B29C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64" y="3959931"/>
            <a:ext cx="7772400" cy="1669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6888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E776-B5A8-A25E-9DA3-1F5A9EA2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5.close()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BECA-6C30-68F9-AA6F-C18858679E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close();</a:t>
            </a:r>
          </a:p>
          <a:p>
            <a:r>
              <a:rPr lang="en-US" dirty="0"/>
              <a:t>Return Type : Void</a:t>
            </a:r>
          </a:p>
          <a:p>
            <a:r>
              <a:rPr lang="en-US" dirty="0"/>
              <a:t>It closes the current running tab or window but won’t terminate the driver executable.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9A9E6-2A60-C6D3-6621-130B81C6F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780" y="4079144"/>
            <a:ext cx="4774469" cy="7778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633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AD5B-A554-11DF-6D4C-B035CA14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4569-1892-55EA-86CF-098124F0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6.quit()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F113-742F-8F87-8AD4-82F56E3905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quit();</a:t>
            </a:r>
          </a:p>
          <a:p>
            <a:r>
              <a:rPr lang="en-US" dirty="0"/>
              <a:t>Return Type : Void</a:t>
            </a:r>
          </a:p>
          <a:p>
            <a:r>
              <a:rPr lang="en-US" dirty="0"/>
              <a:t>It closes the all  running tabs or windows &amp; terminate the driver executable also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276BD-1858-30FE-C3A3-28413C4F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780" y="4079144"/>
            <a:ext cx="4774469" cy="7778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5337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5898</TotalTime>
  <Words>638</Words>
  <Application>Microsoft Macintosh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Rockwell</vt:lpstr>
      <vt:lpstr>Rockwell Condensed</vt:lpstr>
      <vt:lpstr>Rockwell Extra Bold</vt:lpstr>
      <vt:lpstr>Wingdings</vt:lpstr>
      <vt:lpstr>Wood Type</vt:lpstr>
      <vt:lpstr>Selenium</vt:lpstr>
      <vt:lpstr>Introduction</vt:lpstr>
      <vt:lpstr>PowerPoint Presentation</vt:lpstr>
      <vt:lpstr>Selenium Architecture</vt:lpstr>
      <vt:lpstr>PowerPoint Presentation</vt:lpstr>
      <vt:lpstr>PowerPoint Presentation</vt:lpstr>
      <vt:lpstr>Webdriver methods</vt:lpstr>
      <vt:lpstr>1.Get(String)</vt:lpstr>
      <vt:lpstr>2. </vt:lpstr>
      <vt:lpstr>2. getTitle();</vt:lpstr>
      <vt:lpstr>3.getcurrenturl()</vt:lpstr>
      <vt:lpstr>4.GetPagesource()</vt:lpstr>
      <vt:lpstr>5.close()</vt:lpstr>
      <vt:lpstr>6.quit()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Praveen Babu Rajapanthula</dc:creator>
  <cp:lastModifiedBy>Sai Praveen Babu Rajapanthula</cp:lastModifiedBy>
  <cp:revision>6</cp:revision>
  <dcterms:created xsi:type="dcterms:W3CDTF">2026-01-01T15:37:29Z</dcterms:created>
  <dcterms:modified xsi:type="dcterms:W3CDTF">2026-01-07T17:02:02Z</dcterms:modified>
</cp:coreProperties>
</file>